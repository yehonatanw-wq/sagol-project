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6" r:id="rId2"/>
    <p:sldId id="264" r:id="rId3"/>
    <p:sldId id="259" r:id="rId4"/>
    <p:sldId id="260" r:id="rId5"/>
    <p:sldId id="262" r:id="rId6"/>
    <p:sldId id="263" r:id="rId7"/>
  </p:sldIdLst>
  <p:sldSz cx="12192000" cy="6858000"/>
  <p:notesSz cx="6858000" cy="9144000"/>
  <p:defaultTextStyle>
    <a:defPPr>
      <a:defRPr lang="en-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38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DAC8B58-4C69-10D1-8E8D-47E7F3098DE5}"/>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endParaRPr lang="en-IL"/>
          </a:p>
        </p:txBody>
      </p:sp>
      <p:sp>
        <p:nvSpPr>
          <p:cNvPr id="3" name="כותרת משנה 2">
            <a:extLst>
              <a:ext uri="{FF2B5EF4-FFF2-40B4-BE49-F238E27FC236}">
                <a16:creationId xmlns:a16="http://schemas.microsoft.com/office/drawing/2014/main" id="{0D4C426C-CAF4-2F72-FC78-567A042A5B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IL"/>
          </a:p>
        </p:txBody>
      </p:sp>
      <p:sp>
        <p:nvSpPr>
          <p:cNvPr id="4" name="מציין מיקום של תאריך 3">
            <a:extLst>
              <a:ext uri="{FF2B5EF4-FFF2-40B4-BE49-F238E27FC236}">
                <a16:creationId xmlns:a16="http://schemas.microsoft.com/office/drawing/2014/main" id="{350AE4CE-BA85-6DDF-CC52-CEE0E913E41F}"/>
              </a:ext>
            </a:extLst>
          </p:cNvPr>
          <p:cNvSpPr>
            <a:spLocks noGrp="1"/>
          </p:cNvSpPr>
          <p:nvPr>
            <p:ph type="dt" sz="half" idx="10"/>
          </p:nvPr>
        </p:nvSpPr>
        <p:spPr/>
        <p:txBody>
          <a:bodyPr/>
          <a:lstStyle/>
          <a:p>
            <a:fld id="{FD5ADEAF-DADC-4781-997F-805A7322EED8}" type="datetimeFigureOut">
              <a:rPr lang="en-IL" smtClean="0"/>
              <a:t>14/05/2026</a:t>
            </a:fld>
            <a:endParaRPr lang="en-IL"/>
          </a:p>
        </p:txBody>
      </p:sp>
      <p:sp>
        <p:nvSpPr>
          <p:cNvPr id="5" name="מציין מיקום של כותרת תחתונה 4">
            <a:extLst>
              <a:ext uri="{FF2B5EF4-FFF2-40B4-BE49-F238E27FC236}">
                <a16:creationId xmlns:a16="http://schemas.microsoft.com/office/drawing/2014/main" id="{1E77F3B8-E0CA-CB7E-1BFD-7DB56C9EB8ED}"/>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E83101C9-CD86-8718-796E-31C6A9BFBADC}"/>
              </a:ext>
            </a:extLst>
          </p:cNvPr>
          <p:cNvSpPr>
            <a:spLocks noGrp="1"/>
          </p:cNvSpPr>
          <p:nvPr>
            <p:ph type="sldNum" sz="quarter" idx="12"/>
          </p:nvPr>
        </p:nvSpPr>
        <p:spPr/>
        <p:txBody>
          <a:bodyPr/>
          <a:lstStyle/>
          <a:p>
            <a:fld id="{EAF0D2DF-356D-4966-B1A1-01AF1858F5FC}" type="slidenum">
              <a:rPr lang="en-IL" smtClean="0"/>
              <a:t>‹#›</a:t>
            </a:fld>
            <a:endParaRPr lang="en-IL"/>
          </a:p>
        </p:txBody>
      </p:sp>
    </p:spTree>
    <p:extLst>
      <p:ext uri="{BB962C8B-B14F-4D97-AF65-F5344CB8AC3E}">
        <p14:creationId xmlns:p14="http://schemas.microsoft.com/office/powerpoint/2010/main" val="37143483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65F40DC-500E-B9BF-3026-23ACD7B8B107}"/>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תוכן 2">
            <a:extLst>
              <a:ext uri="{FF2B5EF4-FFF2-40B4-BE49-F238E27FC236}">
                <a16:creationId xmlns:a16="http://schemas.microsoft.com/office/drawing/2014/main" id="{D188EFD7-F265-D6FA-F105-8325AEA6CB3C}"/>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FD9180F2-C0B9-A686-BC55-F92408C3FF8A}"/>
              </a:ext>
            </a:extLst>
          </p:cNvPr>
          <p:cNvSpPr>
            <a:spLocks noGrp="1"/>
          </p:cNvSpPr>
          <p:nvPr>
            <p:ph type="dt" sz="half" idx="10"/>
          </p:nvPr>
        </p:nvSpPr>
        <p:spPr/>
        <p:txBody>
          <a:bodyPr/>
          <a:lstStyle/>
          <a:p>
            <a:fld id="{FD5ADEAF-DADC-4781-997F-805A7322EED8}" type="datetimeFigureOut">
              <a:rPr lang="en-IL" smtClean="0"/>
              <a:t>14/05/2026</a:t>
            </a:fld>
            <a:endParaRPr lang="en-IL"/>
          </a:p>
        </p:txBody>
      </p:sp>
      <p:sp>
        <p:nvSpPr>
          <p:cNvPr id="5" name="מציין מיקום של כותרת תחתונה 4">
            <a:extLst>
              <a:ext uri="{FF2B5EF4-FFF2-40B4-BE49-F238E27FC236}">
                <a16:creationId xmlns:a16="http://schemas.microsoft.com/office/drawing/2014/main" id="{EC0416CA-2D42-6983-143F-95A0FB072DE1}"/>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1304FC29-D8AD-60C6-914B-2B2BABBE9B39}"/>
              </a:ext>
            </a:extLst>
          </p:cNvPr>
          <p:cNvSpPr>
            <a:spLocks noGrp="1"/>
          </p:cNvSpPr>
          <p:nvPr>
            <p:ph type="sldNum" sz="quarter" idx="12"/>
          </p:nvPr>
        </p:nvSpPr>
        <p:spPr/>
        <p:txBody>
          <a:bodyPr/>
          <a:lstStyle/>
          <a:p>
            <a:fld id="{EAF0D2DF-356D-4966-B1A1-01AF1858F5FC}" type="slidenum">
              <a:rPr lang="en-IL" smtClean="0"/>
              <a:t>‹#›</a:t>
            </a:fld>
            <a:endParaRPr lang="en-IL"/>
          </a:p>
        </p:txBody>
      </p:sp>
    </p:spTree>
    <p:extLst>
      <p:ext uri="{BB962C8B-B14F-4D97-AF65-F5344CB8AC3E}">
        <p14:creationId xmlns:p14="http://schemas.microsoft.com/office/powerpoint/2010/main" val="4131428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2E8F79B-5E7B-4BF0-F57D-C9E1227F058D}"/>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endParaRPr lang="en-IL"/>
          </a:p>
        </p:txBody>
      </p:sp>
      <p:sp>
        <p:nvSpPr>
          <p:cNvPr id="3" name="מציין מיקום טקסט 2">
            <a:extLst>
              <a:ext uri="{FF2B5EF4-FFF2-40B4-BE49-F238E27FC236}">
                <a16:creationId xmlns:a16="http://schemas.microsoft.com/office/drawing/2014/main" id="{A8E7D63D-4838-C4F3-07F0-A5B42CC70E4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041AEBA3-DB87-295C-94FC-1BD0DFF9A601}"/>
              </a:ext>
            </a:extLst>
          </p:cNvPr>
          <p:cNvSpPr>
            <a:spLocks noGrp="1"/>
          </p:cNvSpPr>
          <p:nvPr>
            <p:ph type="dt" sz="half" idx="10"/>
          </p:nvPr>
        </p:nvSpPr>
        <p:spPr/>
        <p:txBody>
          <a:bodyPr/>
          <a:lstStyle/>
          <a:p>
            <a:fld id="{FD5ADEAF-DADC-4781-997F-805A7322EED8}" type="datetimeFigureOut">
              <a:rPr lang="en-IL" smtClean="0"/>
              <a:t>14/05/2026</a:t>
            </a:fld>
            <a:endParaRPr lang="en-IL"/>
          </a:p>
        </p:txBody>
      </p:sp>
      <p:sp>
        <p:nvSpPr>
          <p:cNvPr id="5" name="מציין מיקום של כותרת תחתונה 4">
            <a:extLst>
              <a:ext uri="{FF2B5EF4-FFF2-40B4-BE49-F238E27FC236}">
                <a16:creationId xmlns:a16="http://schemas.microsoft.com/office/drawing/2014/main" id="{768314F7-4548-8898-7FA9-E56130A4E918}"/>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4AD2F088-77A2-0662-5B8B-00AC8FD276A3}"/>
              </a:ext>
            </a:extLst>
          </p:cNvPr>
          <p:cNvSpPr>
            <a:spLocks noGrp="1"/>
          </p:cNvSpPr>
          <p:nvPr>
            <p:ph type="sldNum" sz="quarter" idx="12"/>
          </p:nvPr>
        </p:nvSpPr>
        <p:spPr/>
        <p:txBody>
          <a:bodyPr/>
          <a:lstStyle/>
          <a:p>
            <a:fld id="{EAF0D2DF-356D-4966-B1A1-01AF1858F5FC}" type="slidenum">
              <a:rPr lang="en-IL" smtClean="0"/>
              <a:t>‹#›</a:t>
            </a:fld>
            <a:endParaRPr lang="en-IL"/>
          </a:p>
        </p:txBody>
      </p:sp>
    </p:spTree>
    <p:extLst>
      <p:ext uri="{BB962C8B-B14F-4D97-AF65-F5344CB8AC3E}">
        <p14:creationId xmlns:p14="http://schemas.microsoft.com/office/powerpoint/2010/main" val="203227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1CDB17E-35F2-7187-B41B-E29CDD9A8261}"/>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תוכן 2">
            <a:extLst>
              <a:ext uri="{FF2B5EF4-FFF2-40B4-BE49-F238E27FC236}">
                <a16:creationId xmlns:a16="http://schemas.microsoft.com/office/drawing/2014/main" id="{F57B4470-0988-F69E-BDF4-0D926720773A}"/>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תוכן 3">
            <a:extLst>
              <a:ext uri="{FF2B5EF4-FFF2-40B4-BE49-F238E27FC236}">
                <a16:creationId xmlns:a16="http://schemas.microsoft.com/office/drawing/2014/main" id="{D7AF4AA4-95AE-C38B-2817-AD9E31938778}"/>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5" name="מציין מיקום של תאריך 4">
            <a:extLst>
              <a:ext uri="{FF2B5EF4-FFF2-40B4-BE49-F238E27FC236}">
                <a16:creationId xmlns:a16="http://schemas.microsoft.com/office/drawing/2014/main" id="{FF0A0168-D11F-E687-F862-69A73C902646}"/>
              </a:ext>
            </a:extLst>
          </p:cNvPr>
          <p:cNvSpPr>
            <a:spLocks noGrp="1"/>
          </p:cNvSpPr>
          <p:nvPr>
            <p:ph type="dt" sz="half" idx="10"/>
          </p:nvPr>
        </p:nvSpPr>
        <p:spPr/>
        <p:txBody>
          <a:bodyPr/>
          <a:lstStyle/>
          <a:p>
            <a:fld id="{FD5ADEAF-DADC-4781-997F-805A7322EED8}" type="datetimeFigureOut">
              <a:rPr lang="en-IL" smtClean="0"/>
              <a:t>14/05/2026</a:t>
            </a:fld>
            <a:endParaRPr lang="en-IL"/>
          </a:p>
        </p:txBody>
      </p:sp>
      <p:sp>
        <p:nvSpPr>
          <p:cNvPr id="6" name="מציין מיקום של כותרת תחתונה 5">
            <a:extLst>
              <a:ext uri="{FF2B5EF4-FFF2-40B4-BE49-F238E27FC236}">
                <a16:creationId xmlns:a16="http://schemas.microsoft.com/office/drawing/2014/main" id="{6D2DAF5B-75F6-212D-2EB8-D2EE3EB175D0}"/>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08115C2A-C389-9263-D122-B71A474C746C}"/>
              </a:ext>
            </a:extLst>
          </p:cNvPr>
          <p:cNvSpPr>
            <a:spLocks noGrp="1"/>
          </p:cNvSpPr>
          <p:nvPr>
            <p:ph type="sldNum" sz="quarter" idx="12"/>
          </p:nvPr>
        </p:nvSpPr>
        <p:spPr/>
        <p:txBody>
          <a:bodyPr/>
          <a:lstStyle/>
          <a:p>
            <a:fld id="{EAF0D2DF-356D-4966-B1A1-01AF1858F5FC}" type="slidenum">
              <a:rPr lang="en-IL" smtClean="0"/>
              <a:t>‹#›</a:t>
            </a:fld>
            <a:endParaRPr lang="en-IL"/>
          </a:p>
        </p:txBody>
      </p:sp>
    </p:spTree>
    <p:extLst>
      <p:ext uri="{BB962C8B-B14F-4D97-AF65-F5344CB8AC3E}">
        <p14:creationId xmlns:p14="http://schemas.microsoft.com/office/powerpoint/2010/main" val="4083308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1806740-B5AC-7B02-FADE-30D9FB83D35C}"/>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endParaRPr lang="en-IL"/>
          </a:p>
        </p:txBody>
      </p:sp>
      <p:sp>
        <p:nvSpPr>
          <p:cNvPr id="3" name="מציין מיקום טקסט 2">
            <a:extLst>
              <a:ext uri="{FF2B5EF4-FFF2-40B4-BE49-F238E27FC236}">
                <a16:creationId xmlns:a16="http://schemas.microsoft.com/office/drawing/2014/main" id="{1845E627-8583-F3B1-219F-3C3BD09917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CB6E0F62-A47B-04B2-B5B7-D78B1764B512}"/>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5" name="מציין מיקום טקסט 4">
            <a:extLst>
              <a:ext uri="{FF2B5EF4-FFF2-40B4-BE49-F238E27FC236}">
                <a16:creationId xmlns:a16="http://schemas.microsoft.com/office/drawing/2014/main" id="{634D7357-BBD7-10CF-F135-3A4D8CCC01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000B82CB-5B3D-3DF8-7DFC-72BBE48A32CF}"/>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7" name="מציין מיקום של תאריך 6">
            <a:extLst>
              <a:ext uri="{FF2B5EF4-FFF2-40B4-BE49-F238E27FC236}">
                <a16:creationId xmlns:a16="http://schemas.microsoft.com/office/drawing/2014/main" id="{A1C2610F-0ADE-04A8-A2EC-B402A817EBD4}"/>
              </a:ext>
            </a:extLst>
          </p:cNvPr>
          <p:cNvSpPr>
            <a:spLocks noGrp="1"/>
          </p:cNvSpPr>
          <p:nvPr>
            <p:ph type="dt" sz="half" idx="10"/>
          </p:nvPr>
        </p:nvSpPr>
        <p:spPr/>
        <p:txBody>
          <a:bodyPr/>
          <a:lstStyle/>
          <a:p>
            <a:fld id="{FD5ADEAF-DADC-4781-997F-805A7322EED8}" type="datetimeFigureOut">
              <a:rPr lang="en-IL" smtClean="0"/>
              <a:t>14/05/2026</a:t>
            </a:fld>
            <a:endParaRPr lang="en-IL"/>
          </a:p>
        </p:txBody>
      </p:sp>
      <p:sp>
        <p:nvSpPr>
          <p:cNvPr id="8" name="מציין מיקום של כותרת תחתונה 7">
            <a:extLst>
              <a:ext uri="{FF2B5EF4-FFF2-40B4-BE49-F238E27FC236}">
                <a16:creationId xmlns:a16="http://schemas.microsoft.com/office/drawing/2014/main" id="{A8215B50-00F7-E67E-47C4-F40E39E454B8}"/>
              </a:ext>
            </a:extLst>
          </p:cNvPr>
          <p:cNvSpPr>
            <a:spLocks noGrp="1"/>
          </p:cNvSpPr>
          <p:nvPr>
            <p:ph type="ftr" sz="quarter" idx="11"/>
          </p:nvPr>
        </p:nvSpPr>
        <p:spPr/>
        <p:txBody>
          <a:bodyPr/>
          <a:lstStyle/>
          <a:p>
            <a:endParaRPr lang="en-IL"/>
          </a:p>
        </p:txBody>
      </p:sp>
      <p:sp>
        <p:nvSpPr>
          <p:cNvPr id="9" name="מציין מיקום של מספר שקופית 8">
            <a:extLst>
              <a:ext uri="{FF2B5EF4-FFF2-40B4-BE49-F238E27FC236}">
                <a16:creationId xmlns:a16="http://schemas.microsoft.com/office/drawing/2014/main" id="{F6E7E6AF-B3B7-6315-F41F-1B202D31A5F3}"/>
              </a:ext>
            </a:extLst>
          </p:cNvPr>
          <p:cNvSpPr>
            <a:spLocks noGrp="1"/>
          </p:cNvSpPr>
          <p:nvPr>
            <p:ph type="sldNum" sz="quarter" idx="12"/>
          </p:nvPr>
        </p:nvSpPr>
        <p:spPr/>
        <p:txBody>
          <a:bodyPr/>
          <a:lstStyle/>
          <a:p>
            <a:fld id="{EAF0D2DF-356D-4966-B1A1-01AF1858F5FC}" type="slidenum">
              <a:rPr lang="en-IL" smtClean="0"/>
              <a:t>‹#›</a:t>
            </a:fld>
            <a:endParaRPr lang="en-IL"/>
          </a:p>
        </p:txBody>
      </p:sp>
    </p:spTree>
    <p:extLst>
      <p:ext uri="{BB962C8B-B14F-4D97-AF65-F5344CB8AC3E}">
        <p14:creationId xmlns:p14="http://schemas.microsoft.com/office/powerpoint/2010/main" val="9485915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D4B7594-A8BB-2AC1-92DD-9196D282B42E}"/>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של תאריך 2">
            <a:extLst>
              <a:ext uri="{FF2B5EF4-FFF2-40B4-BE49-F238E27FC236}">
                <a16:creationId xmlns:a16="http://schemas.microsoft.com/office/drawing/2014/main" id="{E2DF980C-71EA-313C-6DFC-BD309F5A6082}"/>
              </a:ext>
            </a:extLst>
          </p:cNvPr>
          <p:cNvSpPr>
            <a:spLocks noGrp="1"/>
          </p:cNvSpPr>
          <p:nvPr>
            <p:ph type="dt" sz="half" idx="10"/>
          </p:nvPr>
        </p:nvSpPr>
        <p:spPr/>
        <p:txBody>
          <a:bodyPr/>
          <a:lstStyle/>
          <a:p>
            <a:fld id="{FD5ADEAF-DADC-4781-997F-805A7322EED8}" type="datetimeFigureOut">
              <a:rPr lang="en-IL" smtClean="0"/>
              <a:t>14/05/2026</a:t>
            </a:fld>
            <a:endParaRPr lang="en-IL"/>
          </a:p>
        </p:txBody>
      </p:sp>
      <p:sp>
        <p:nvSpPr>
          <p:cNvPr id="4" name="מציין מיקום של כותרת תחתונה 3">
            <a:extLst>
              <a:ext uri="{FF2B5EF4-FFF2-40B4-BE49-F238E27FC236}">
                <a16:creationId xmlns:a16="http://schemas.microsoft.com/office/drawing/2014/main" id="{BD56D49D-FCD0-9B4D-2622-6F3052CCA183}"/>
              </a:ext>
            </a:extLst>
          </p:cNvPr>
          <p:cNvSpPr>
            <a:spLocks noGrp="1"/>
          </p:cNvSpPr>
          <p:nvPr>
            <p:ph type="ftr" sz="quarter" idx="11"/>
          </p:nvPr>
        </p:nvSpPr>
        <p:spPr/>
        <p:txBody>
          <a:bodyPr/>
          <a:lstStyle/>
          <a:p>
            <a:endParaRPr lang="en-IL"/>
          </a:p>
        </p:txBody>
      </p:sp>
      <p:sp>
        <p:nvSpPr>
          <p:cNvPr id="5" name="מציין מיקום של מספר שקופית 4">
            <a:extLst>
              <a:ext uri="{FF2B5EF4-FFF2-40B4-BE49-F238E27FC236}">
                <a16:creationId xmlns:a16="http://schemas.microsoft.com/office/drawing/2014/main" id="{E531485C-D446-0CFA-C45A-AD85A84A80E8}"/>
              </a:ext>
            </a:extLst>
          </p:cNvPr>
          <p:cNvSpPr>
            <a:spLocks noGrp="1"/>
          </p:cNvSpPr>
          <p:nvPr>
            <p:ph type="sldNum" sz="quarter" idx="12"/>
          </p:nvPr>
        </p:nvSpPr>
        <p:spPr/>
        <p:txBody>
          <a:bodyPr/>
          <a:lstStyle/>
          <a:p>
            <a:fld id="{EAF0D2DF-356D-4966-B1A1-01AF1858F5FC}" type="slidenum">
              <a:rPr lang="en-IL" smtClean="0"/>
              <a:t>‹#›</a:t>
            </a:fld>
            <a:endParaRPr lang="en-IL"/>
          </a:p>
        </p:txBody>
      </p:sp>
    </p:spTree>
    <p:extLst>
      <p:ext uri="{BB962C8B-B14F-4D97-AF65-F5344CB8AC3E}">
        <p14:creationId xmlns:p14="http://schemas.microsoft.com/office/powerpoint/2010/main" val="730034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9E452F71-BB54-C0A7-3AB8-CC6A0A0BFADD}"/>
              </a:ext>
            </a:extLst>
          </p:cNvPr>
          <p:cNvSpPr>
            <a:spLocks noGrp="1"/>
          </p:cNvSpPr>
          <p:nvPr>
            <p:ph type="dt" sz="half" idx="10"/>
          </p:nvPr>
        </p:nvSpPr>
        <p:spPr/>
        <p:txBody>
          <a:bodyPr/>
          <a:lstStyle/>
          <a:p>
            <a:fld id="{FD5ADEAF-DADC-4781-997F-805A7322EED8}" type="datetimeFigureOut">
              <a:rPr lang="en-IL" smtClean="0"/>
              <a:t>14/05/2026</a:t>
            </a:fld>
            <a:endParaRPr lang="en-IL"/>
          </a:p>
        </p:txBody>
      </p:sp>
      <p:sp>
        <p:nvSpPr>
          <p:cNvPr id="3" name="מציין מיקום של כותרת תחתונה 2">
            <a:extLst>
              <a:ext uri="{FF2B5EF4-FFF2-40B4-BE49-F238E27FC236}">
                <a16:creationId xmlns:a16="http://schemas.microsoft.com/office/drawing/2014/main" id="{C30BCC76-5876-94D1-E2F1-18C69D4DB448}"/>
              </a:ext>
            </a:extLst>
          </p:cNvPr>
          <p:cNvSpPr>
            <a:spLocks noGrp="1"/>
          </p:cNvSpPr>
          <p:nvPr>
            <p:ph type="ftr" sz="quarter" idx="11"/>
          </p:nvPr>
        </p:nvSpPr>
        <p:spPr/>
        <p:txBody>
          <a:bodyPr/>
          <a:lstStyle/>
          <a:p>
            <a:endParaRPr lang="en-IL"/>
          </a:p>
        </p:txBody>
      </p:sp>
      <p:sp>
        <p:nvSpPr>
          <p:cNvPr id="4" name="מציין מיקום של מספר שקופית 3">
            <a:extLst>
              <a:ext uri="{FF2B5EF4-FFF2-40B4-BE49-F238E27FC236}">
                <a16:creationId xmlns:a16="http://schemas.microsoft.com/office/drawing/2014/main" id="{B8A2CA72-C787-59C8-465D-DEAC18C49836}"/>
              </a:ext>
            </a:extLst>
          </p:cNvPr>
          <p:cNvSpPr>
            <a:spLocks noGrp="1"/>
          </p:cNvSpPr>
          <p:nvPr>
            <p:ph type="sldNum" sz="quarter" idx="12"/>
          </p:nvPr>
        </p:nvSpPr>
        <p:spPr/>
        <p:txBody>
          <a:bodyPr/>
          <a:lstStyle/>
          <a:p>
            <a:fld id="{EAF0D2DF-356D-4966-B1A1-01AF1858F5FC}" type="slidenum">
              <a:rPr lang="en-IL" smtClean="0"/>
              <a:t>‹#›</a:t>
            </a:fld>
            <a:endParaRPr lang="en-IL"/>
          </a:p>
        </p:txBody>
      </p:sp>
    </p:spTree>
    <p:extLst>
      <p:ext uri="{BB962C8B-B14F-4D97-AF65-F5344CB8AC3E}">
        <p14:creationId xmlns:p14="http://schemas.microsoft.com/office/powerpoint/2010/main" val="1811536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90FE052-6784-63B9-F633-1853DE7CBEAC}"/>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IL"/>
          </a:p>
        </p:txBody>
      </p:sp>
      <p:sp>
        <p:nvSpPr>
          <p:cNvPr id="3" name="מציין מיקום תוכן 2">
            <a:extLst>
              <a:ext uri="{FF2B5EF4-FFF2-40B4-BE49-F238E27FC236}">
                <a16:creationId xmlns:a16="http://schemas.microsoft.com/office/drawing/2014/main" id="{DF2688F6-AA65-35E0-9D2C-914BC5E6D9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טקסט 3">
            <a:extLst>
              <a:ext uri="{FF2B5EF4-FFF2-40B4-BE49-F238E27FC236}">
                <a16:creationId xmlns:a16="http://schemas.microsoft.com/office/drawing/2014/main" id="{9FDEE64B-9707-C495-52A8-C95EE35854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BBA745F0-DCE3-FFDD-98AF-2ABE0895CD41}"/>
              </a:ext>
            </a:extLst>
          </p:cNvPr>
          <p:cNvSpPr>
            <a:spLocks noGrp="1"/>
          </p:cNvSpPr>
          <p:nvPr>
            <p:ph type="dt" sz="half" idx="10"/>
          </p:nvPr>
        </p:nvSpPr>
        <p:spPr/>
        <p:txBody>
          <a:bodyPr/>
          <a:lstStyle/>
          <a:p>
            <a:fld id="{FD5ADEAF-DADC-4781-997F-805A7322EED8}" type="datetimeFigureOut">
              <a:rPr lang="en-IL" smtClean="0"/>
              <a:t>14/05/2026</a:t>
            </a:fld>
            <a:endParaRPr lang="en-IL"/>
          </a:p>
        </p:txBody>
      </p:sp>
      <p:sp>
        <p:nvSpPr>
          <p:cNvPr id="6" name="מציין מיקום של כותרת תחתונה 5">
            <a:extLst>
              <a:ext uri="{FF2B5EF4-FFF2-40B4-BE49-F238E27FC236}">
                <a16:creationId xmlns:a16="http://schemas.microsoft.com/office/drawing/2014/main" id="{DFC57F56-F457-35D1-0D73-CF9AA319C5EE}"/>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A3100698-3A1B-2D8F-B12D-3C91286C57D5}"/>
              </a:ext>
            </a:extLst>
          </p:cNvPr>
          <p:cNvSpPr>
            <a:spLocks noGrp="1"/>
          </p:cNvSpPr>
          <p:nvPr>
            <p:ph type="sldNum" sz="quarter" idx="12"/>
          </p:nvPr>
        </p:nvSpPr>
        <p:spPr/>
        <p:txBody>
          <a:bodyPr/>
          <a:lstStyle/>
          <a:p>
            <a:fld id="{EAF0D2DF-356D-4966-B1A1-01AF1858F5FC}" type="slidenum">
              <a:rPr lang="en-IL" smtClean="0"/>
              <a:t>‹#›</a:t>
            </a:fld>
            <a:endParaRPr lang="en-IL"/>
          </a:p>
        </p:txBody>
      </p:sp>
    </p:spTree>
    <p:extLst>
      <p:ext uri="{BB962C8B-B14F-4D97-AF65-F5344CB8AC3E}">
        <p14:creationId xmlns:p14="http://schemas.microsoft.com/office/powerpoint/2010/main" val="137354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B3CFCAD-144D-1866-C03F-F77BF36CEC92}"/>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IL"/>
          </a:p>
        </p:txBody>
      </p:sp>
      <p:sp>
        <p:nvSpPr>
          <p:cNvPr id="3" name="מציין מיקום של תמונה 2">
            <a:extLst>
              <a:ext uri="{FF2B5EF4-FFF2-40B4-BE49-F238E27FC236}">
                <a16:creationId xmlns:a16="http://schemas.microsoft.com/office/drawing/2014/main" id="{7B999C9D-3D6F-BAB1-140E-EFBD78494A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מציין מיקום טקסט 3">
            <a:extLst>
              <a:ext uri="{FF2B5EF4-FFF2-40B4-BE49-F238E27FC236}">
                <a16:creationId xmlns:a16="http://schemas.microsoft.com/office/drawing/2014/main" id="{A9570DB8-C3AF-5DF6-50E3-7EEF454A41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9B1195B6-9263-E752-2E96-C606AACC2D93}"/>
              </a:ext>
            </a:extLst>
          </p:cNvPr>
          <p:cNvSpPr>
            <a:spLocks noGrp="1"/>
          </p:cNvSpPr>
          <p:nvPr>
            <p:ph type="dt" sz="half" idx="10"/>
          </p:nvPr>
        </p:nvSpPr>
        <p:spPr/>
        <p:txBody>
          <a:bodyPr/>
          <a:lstStyle/>
          <a:p>
            <a:fld id="{FD5ADEAF-DADC-4781-997F-805A7322EED8}" type="datetimeFigureOut">
              <a:rPr lang="en-IL" smtClean="0"/>
              <a:t>14/05/2026</a:t>
            </a:fld>
            <a:endParaRPr lang="en-IL"/>
          </a:p>
        </p:txBody>
      </p:sp>
      <p:sp>
        <p:nvSpPr>
          <p:cNvPr id="6" name="מציין מיקום של כותרת תחתונה 5">
            <a:extLst>
              <a:ext uri="{FF2B5EF4-FFF2-40B4-BE49-F238E27FC236}">
                <a16:creationId xmlns:a16="http://schemas.microsoft.com/office/drawing/2014/main" id="{DF7354C4-038A-F672-4175-B04E1BE3F4C1}"/>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F5468FDD-088D-3CC1-5CAB-117251C7F3B2}"/>
              </a:ext>
            </a:extLst>
          </p:cNvPr>
          <p:cNvSpPr>
            <a:spLocks noGrp="1"/>
          </p:cNvSpPr>
          <p:nvPr>
            <p:ph type="sldNum" sz="quarter" idx="12"/>
          </p:nvPr>
        </p:nvSpPr>
        <p:spPr/>
        <p:txBody>
          <a:bodyPr/>
          <a:lstStyle/>
          <a:p>
            <a:fld id="{EAF0D2DF-356D-4966-B1A1-01AF1858F5FC}" type="slidenum">
              <a:rPr lang="en-IL" smtClean="0"/>
              <a:t>‹#›</a:t>
            </a:fld>
            <a:endParaRPr lang="en-IL"/>
          </a:p>
        </p:txBody>
      </p:sp>
    </p:spTree>
    <p:extLst>
      <p:ext uri="{BB962C8B-B14F-4D97-AF65-F5344CB8AC3E}">
        <p14:creationId xmlns:p14="http://schemas.microsoft.com/office/powerpoint/2010/main" val="4000886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DEB04B3-0364-133E-E2B5-6A6558F9304B}"/>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של טקסט אנכי 2">
            <a:extLst>
              <a:ext uri="{FF2B5EF4-FFF2-40B4-BE49-F238E27FC236}">
                <a16:creationId xmlns:a16="http://schemas.microsoft.com/office/drawing/2014/main" id="{9808CB1F-5786-5A9B-11CC-080D09CFCFFF}"/>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A4EF8BE1-8F9D-F474-20A4-DA4253A489A9}"/>
              </a:ext>
            </a:extLst>
          </p:cNvPr>
          <p:cNvSpPr>
            <a:spLocks noGrp="1"/>
          </p:cNvSpPr>
          <p:nvPr>
            <p:ph type="dt" sz="half" idx="10"/>
          </p:nvPr>
        </p:nvSpPr>
        <p:spPr/>
        <p:txBody>
          <a:bodyPr/>
          <a:lstStyle/>
          <a:p>
            <a:fld id="{FD5ADEAF-DADC-4781-997F-805A7322EED8}" type="datetimeFigureOut">
              <a:rPr lang="en-IL" smtClean="0"/>
              <a:t>14/05/2026</a:t>
            </a:fld>
            <a:endParaRPr lang="en-IL"/>
          </a:p>
        </p:txBody>
      </p:sp>
      <p:sp>
        <p:nvSpPr>
          <p:cNvPr id="5" name="מציין מיקום של כותרת תחתונה 4">
            <a:extLst>
              <a:ext uri="{FF2B5EF4-FFF2-40B4-BE49-F238E27FC236}">
                <a16:creationId xmlns:a16="http://schemas.microsoft.com/office/drawing/2014/main" id="{33E18AC0-1586-CFEE-03AC-9C5DE3B53B4F}"/>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06BBAF32-BBB0-9CFF-BC9B-2263B6B6D034}"/>
              </a:ext>
            </a:extLst>
          </p:cNvPr>
          <p:cNvSpPr>
            <a:spLocks noGrp="1"/>
          </p:cNvSpPr>
          <p:nvPr>
            <p:ph type="sldNum" sz="quarter" idx="12"/>
          </p:nvPr>
        </p:nvSpPr>
        <p:spPr/>
        <p:txBody>
          <a:bodyPr/>
          <a:lstStyle/>
          <a:p>
            <a:fld id="{EAF0D2DF-356D-4966-B1A1-01AF1858F5FC}" type="slidenum">
              <a:rPr lang="en-IL" smtClean="0"/>
              <a:t>‹#›</a:t>
            </a:fld>
            <a:endParaRPr lang="en-IL"/>
          </a:p>
        </p:txBody>
      </p:sp>
    </p:spTree>
    <p:extLst>
      <p:ext uri="{BB962C8B-B14F-4D97-AF65-F5344CB8AC3E}">
        <p14:creationId xmlns:p14="http://schemas.microsoft.com/office/powerpoint/2010/main" val="3398388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A33597FD-19D0-E38F-5E78-0973F6CDE39D}"/>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endParaRPr lang="en-IL"/>
          </a:p>
        </p:txBody>
      </p:sp>
      <p:sp>
        <p:nvSpPr>
          <p:cNvPr id="3" name="מציין מיקום של טקסט אנכי 2">
            <a:extLst>
              <a:ext uri="{FF2B5EF4-FFF2-40B4-BE49-F238E27FC236}">
                <a16:creationId xmlns:a16="http://schemas.microsoft.com/office/drawing/2014/main" id="{00EC1305-C818-37B8-F532-3E37BA279E1E}"/>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C1062529-7045-5226-BD15-C625A66379E4}"/>
              </a:ext>
            </a:extLst>
          </p:cNvPr>
          <p:cNvSpPr>
            <a:spLocks noGrp="1"/>
          </p:cNvSpPr>
          <p:nvPr>
            <p:ph type="dt" sz="half" idx="10"/>
          </p:nvPr>
        </p:nvSpPr>
        <p:spPr/>
        <p:txBody>
          <a:bodyPr/>
          <a:lstStyle/>
          <a:p>
            <a:fld id="{FD5ADEAF-DADC-4781-997F-805A7322EED8}" type="datetimeFigureOut">
              <a:rPr lang="en-IL" smtClean="0"/>
              <a:t>14/05/2026</a:t>
            </a:fld>
            <a:endParaRPr lang="en-IL"/>
          </a:p>
        </p:txBody>
      </p:sp>
      <p:sp>
        <p:nvSpPr>
          <p:cNvPr id="5" name="מציין מיקום של כותרת תחתונה 4">
            <a:extLst>
              <a:ext uri="{FF2B5EF4-FFF2-40B4-BE49-F238E27FC236}">
                <a16:creationId xmlns:a16="http://schemas.microsoft.com/office/drawing/2014/main" id="{4C04C275-0FA8-233C-7282-F298E3EE97E2}"/>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2430DB2E-0E02-3896-0EE4-38F78320025A}"/>
              </a:ext>
            </a:extLst>
          </p:cNvPr>
          <p:cNvSpPr>
            <a:spLocks noGrp="1"/>
          </p:cNvSpPr>
          <p:nvPr>
            <p:ph type="sldNum" sz="quarter" idx="12"/>
          </p:nvPr>
        </p:nvSpPr>
        <p:spPr/>
        <p:txBody>
          <a:bodyPr/>
          <a:lstStyle/>
          <a:p>
            <a:fld id="{EAF0D2DF-356D-4966-B1A1-01AF1858F5FC}" type="slidenum">
              <a:rPr lang="en-IL" smtClean="0"/>
              <a:t>‹#›</a:t>
            </a:fld>
            <a:endParaRPr lang="en-IL"/>
          </a:p>
        </p:txBody>
      </p:sp>
    </p:spTree>
    <p:extLst>
      <p:ext uri="{BB962C8B-B14F-4D97-AF65-F5344CB8AC3E}">
        <p14:creationId xmlns:p14="http://schemas.microsoft.com/office/powerpoint/2010/main" val="145017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4486139F-3B8A-14F5-BDCA-16EDE87EC542}"/>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endParaRPr lang="en-IL"/>
          </a:p>
        </p:txBody>
      </p:sp>
      <p:sp>
        <p:nvSpPr>
          <p:cNvPr id="3" name="מציין מיקום טקסט 2">
            <a:extLst>
              <a:ext uri="{FF2B5EF4-FFF2-40B4-BE49-F238E27FC236}">
                <a16:creationId xmlns:a16="http://schemas.microsoft.com/office/drawing/2014/main" id="{0E569317-30B5-FA26-2C62-BB99F88C2F60}"/>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4C6A6464-EA24-658F-72C9-782F5DFEB100}"/>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FD5ADEAF-DADC-4781-997F-805A7322EED8}" type="datetimeFigureOut">
              <a:rPr lang="en-IL" smtClean="0"/>
              <a:t>14/05/2026</a:t>
            </a:fld>
            <a:endParaRPr lang="en-IL"/>
          </a:p>
        </p:txBody>
      </p:sp>
      <p:sp>
        <p:nvSpPr>
          <p:cNvPr id="5" name="מציין מיקום של כותרת תחתונה 4">
            <a:extLst>
              <a:ext uri="{FF2B5EF4-FFF2-40B4-BE49-F238E27FC236}">
                <a16:creationId xmlns:a16="http://schemas.microsoft.com/office/drawing/2014/main" id="{00FFFAFD-222D-579E-E11D-A6D803CF73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en-IL"/>
          </a:p>
        </p:txBody>
      </p:sp>
      <p:sp>
        <p:nvSpPr>
          <p:cNvPr id="6" name="מציין מיקום של מספר שקופית 5">
            <a:extLst>
              <a:ext uri="{FF2B5EF4-FFF2-40B4-BE49-F238E27FC236}">
                <a16:creationId xmlns:a16="http://schemas.microsoft.com/office/drawing/2014/main" id="{87201A92-DBB1-4F68-2346-D08C28386E1A}"/>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EAF0D2DF-356D-4966-B1A1-01AF1858F5FC}" type="slidenum">
              <a:rPr lang="en-IL" smtClean="0"/>
              <a:t>‹#›</a:t>
            </a:fld>
            <a:endParaRPr lang="en-IL"/>
          </a:p>
        </p:txBody>
      </p:sp>
    </p:spTree>
    <p:extLst>
      <p:ext uri="{BB962C8B-B14F-4D97-AF65-F5344CB8AC3E}">
        <p14:creationId xmlns:p14="http://schemas.microsoft.com/office/powerpoint/2010/main" val="32714840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a:extLst>
              <a:ext uri="{FF2B5EF4-FFF2-40B4-BE49-F238E27FC236}">
                <a16:creationId xmlns:a16="http://schemas.microsoft.com/office/drawing/2014/main" id="{4FAF9D61-98B2-8F32-2F3E-5D6F3A813A48}"/>
              </a:ext>
            </a:extLst>
          </p:cNvPr>
          <p:cNvSpPr/>
          <p:nvPr/>
        </p:nvSpPr>
        <p:spPr>
          <a:xfrm>
            <a:off x="239485" y="370115"/>
            <a:ext cx="6955971" cy="609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2800" b="1" dirty="0">
                <a:solidFill>
                  <a:schemeClr val="tx1"/>
                </a:solidFill>
              </a:rPr>
              <a:t>Last meeting follow-up:</a:t>
            </a:r>
            <a:endParaRPr lang="en-IL" sz="2800" b="1" dirty="0">
              <a:solidFill>
                <a:schemeClr val="tx1"/>
              </a:solidFill>
            </a:endParaRPr>
          </a:p>
        </p:txBody>
      </p:sp>
      <p:sp>
        <p:nvSpPr>
          <p:cNvPr id="5" name="מלבן 4">
            <a:extLst>
              <a:ext uri="{FF2B5EF4-FFF2-40B4-BE49-F238E27FC236}">
                <a16:creationId xmlns:a16="http://schemas.microsoft.com/office/drawing/2014/main" id="{C25E451B-1642-8649-AD46-C772CB97AB9B}"/>
              </a:ext>
            </a:extLst>
          </p:cNvPr>
          <p:cNvSpPr/>
          <p:nvPr/>
        </p:nvSpPr>
        <p:spPr>
          <a:xfrm>
            <a:off x="239484" y="1077687"/>
            <a:ext cx="11321145" cy="47679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l" rtl="0">
              <a:buFont typeface="Arial" panose="020B0604020202020204" pitchFamily="34" charset="0"/>
              <a:buChar char="•"/>
            </a:pPr>
            <a:r>
              <a:rPr lang="en-US" sz="2400" dirty="0">
                <a:solidFill>
                  <a:schemeClr val="tx1"/>
                </a:solidFill>
              </a:rPr>
              <a:t>Referencing – online: changes between labs, depends on the software. Offline: researchers re-referenced using Left and right mastoid channels. For KENT lab I used A1+A2.</a:t>
            </a:r>
          </a:p>
          <a:p>
            <a:pPr marL="457200" indent="-457200" algn="l" rtl="0">
              <a:buFont typeface="Arial" panose="020B0604020202020204" pitchFamily="34" charset="0"/>
              <a:buChar char="•"/>
            </a:pPr>
            <a:r>
              <a:rPr lang="en-US" sz="2400" dirty="0">
                <a:solidFill>
                  <a:schemeClr val="tx1"/>
                </a:solidFill>
              </a:rPr>
              <a:t>Every raw data file is the complete recording of a participant’s session, during which the participant read 80 sentences.</a:t>
            </a:r>
          </a:p>
          <a:p>
            <a:pPr marL="457200" indent="-457200" algn="l" rtl="0">
              <a:buFont typeface="Arial" panose="020B0604020202020204" pitchFamily="34" charset="0"/>
              <a:buChar char="•"/>
            </a:pPr>
            <a:r>
              <a:rPr lang="en-US" sz="2400" dirty="0">
                <a:solidFill>
                  <a:schemeClr val="tx1"/>
                </a:solidFill>
              </a:rPr>
              <a:t>ICA - decomposes a complex, multi-channel EEG signal into its distinct, statistically independent source components. Allows us to isolate the specific electrical signature of eyeblinks into dedicated components, which can then be cleanly subtracted from the dataset while preserving the underlying neural activity.</a:t>
            </a:r>
          </a:p>
          <a:p>
            <a:pPr marL="457200" indent="-457200" algn="l" rtl="0">
              <a:buFont typeface="Arial" panose="020B0604020202020204" pitchFamily="34" charset="0"/>
              <a:buChar char="•"/>
            </a:pPr>
            <a:r>
              <a:rPr lang="en-US" sz="2400" dirty="0">
                <a:solidFill>
                  <a:schemeClr val="tx1"/>
                </a:solidFill>
              </a:rPr>
              <a:t>ERP maps – are the average of all the cloze-noun sentences.</a:t>
            </a:r>
          </a:p>
        </p:txBody>
      </p:sp>
    </p:spTree>
    <p:extLst>
      <p:ext uri="{BB962C8B-B14F-4D97-AF65-F5344CB8AC3E}">
        <p14:creationId xmlns:p14="http://schemas.microsoft.com/office/powerpoint/2010/main" val="1540315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B0914-186F-5033-7EDD-3F3E8E32A06E}"/>
            </a:ext>
          </a:extLst>
        </p:cNvPr>
        <p:cNvGrpSpPr/>
        <p:nvPr/>
      </p:nvGrpSpPr>
      <p:grpSpPr>
        <a:xfrm>
          <a:off x="0" y="0"/>
          <a:ext cx="0" cy="0"/>
          <a:chOff x="0" y="0"/>
          <a:chExt cx="0" cy="0"/>
        </a:xfrm>
      </p:grpSpPr>
      <p:sp>
        <p:nvSpPr>
          <p:cNvPr id="4" name="מלבן 3">
            <a:extLst>
              <a:ext uri="{FF2B5EF4-FFF2-40B4-BE49-F238E27FC236}">
                <a16:creationId xmlns:a16="http://schemas.microsoft.com/office/drawing/2014/main" id="{84A67179-2BF2-91D7-9EF3-4010185021E9}"/>
              </a:ext>
            </a:extLst>
          </p:cNvPr>
          <p:cNvSpPr/>
          <p:nvPr/>
        </p:nvSpPr>
        <p:spPr>
          <a:xfrm>
            <a:off x="239485" y="-32656"/>
            <a:ext cx="6955971" cy="609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2800" b="1" dirty="0">
                <a:solidFill>
                  <a:schemeClr val="tx1"/>
                </a:solidFill>
              </a:rPr>
              <a:t>Processing pipeline:</a:t>
            </a:r>
            <a:endParaRPr lang="en-IL" sz="2800" b="1" dirty="0">
              <a:solidFill>
                <a:schemeClr val="tx1"/>
              </a:solidFill>
            </a:endParaRPr>
          </a:p>
        </p:txBody>
      </p:sp>
      <p:sp>
        <p:nvSpPr>
          <p:cNvPr id="5" name="מלבן 4">
            <a:extLst>
              <a:ext uri="{FF2B5EF4-FFF2-40B4-BE49-F238E27FC236}">
                <a16:creationId xmlns:a16="http://schemas.microsoft.com/office/drawing/2014/main" id="{A9999311-C1C4-0886-DF98-A8BBDED264D3}"/>
              </a:ext>
            </a:extLst>
          </p:cNvPr>
          <p:cNvSpPr/>
          <p:nvPr/>
        </p:nvSpPr>
        <p:spPr>
          <a:xfrm>
            <a:off x="239484" y="576944"/>
            <a:ext cx="11321145" cy="60197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l" rtl="0">
              <a:buFont typeface="+mj-lt"/>
              <a:buAutoNum type="arabicPeriod"/>
            </a:pPr>
            <a:r>
              <a:rPr lang="en-US" sz="2200" dirty="0">
                <a:solidFill>
                  <a:schemeClr val="tx1"/>
                </a:solidFill>
              </a:rPr>
              <a:t>Import Data: Load the raw EEG recording file into EEGLAB.</a:t>
            </a:r>
            <a:endParaRPr lang="he-IL" sz="2200" dirty="0">
              <a:solidFill>
                <a:schemeClr val="tx1"/>
              </a:solidFill>
            </a:endParaRPr>
          </a:p>
          <a:p>
            <a:pPr marL="457200" indent="-457200" algn="l" rtl="0">
              <a:buFont typeface="+mj-lt"/>
              <a:buAutoNum type="arabicPeriod"/>
            </a:pPr>
            <a:r>
              <a:rPr lang="en-US" sz="2200" dirty="0">
                <a:solidFill>
                  <a:schemeClr val="tx1"/>
                </a:solidFill>
              </a:rPr>
              <a:t>Channel Locations: Assign standard 10-20 system coordinates to all electrodes.</a:t>
            </a:r>
          </a:p>
          <a:p>
            <a:pPr marL="457200" indent="-457200" algn="l" rtl="0">
              <a:buFont typeface="+mj-lt"/>
              <a:buAutoNum type="arabicPeriod"/>
            </a:pPr>
            <a:r>
              <a:rPr lang="en-US" sz="2200" dirty="0">
                <a:solidFill>
                  <a:schemeClr val="tx1"/>
                </a:solidFill>
              </a:rPr>
              <a:t>Re-reference: Re-reference the data to the average of the mastoid electrodes (A1 and A2).</a:t>
            </a:r>
          </a:p>
          <a:p>
            <a:pPr marL="457200" indent="-457200" algn="l" rtl="0">
              <a:buFont typeface="+mj-lt"/>
              <a:buAutoNum type="arabicPeriod"/>
            </a:pPr>
            <a:r>
              <a:rPr lang="en-US" sz="2200" dirty="0">
                <a:solidFill>
                  <a:schemeClr val="tx1"/>
                </a:solidFill>
              </a:rPr>
              <a:t>Condition Selection: Filter the relevant sentences for analysis by selecting their specific trigger codes (S205 – expected noun).</a:t>
            </a:r>
          </a:p>
          <a:p>
            <a:pPr marL="457200" indent="-457200" algn="l" rtl="0">
              <a:buFont typeface="+mj-lt"/>
              <a:buAutoNum type="arabicPeriod"/>
            </a:pPr>
            <a:r>
              <a:rPr lang="en-US" sz="2200" dirty="0" err="1">
                <a:solidFill>
                  <a:schemeClr val="tx1"/>
                </a:solidFill>
              </a:rPr>
              <a:t>Epoching</a:t>
            </a:r>
            <a:r>
              <a:rPr lang="en-US" sz="2200" dirty="0">
                <a:solidFill>
                  <a:schemeClr val="tx1"/>
                </a:solidFill>
              </a:rPr>
              <a:t>: Extract data segments (-1.0 to 0.5 seconds) strictly around the sentence markers selected in the previous step.</a:t>
            </a:r>
          </a:p>
          <a:p>
            <a:pPr marL="457200" indent="-457200" algn="l" rtl="0">
              <a:buFont typeface="+mj-lt"/>
              <a:buAutoNum type="arabicPeriod"/>
            </a:pPr>
            <a:r>
              <a:rPr lang="en-US" sz="2200" dirty="0">
                <a:solidFill>
                  <a:schemeClr val="tx1"/>
                </a:solidFill>
              </a:rPr>
              <a:t>Baseline Correction: Apply baseline correction using the appropriate pre-stimulus time window (-1000ms to -500ms).</a:t>
            </a:r>
          </a:p>
          <a:p>
            <a:pPr marL="457200" indent="-457200" algn="l" rtl="0">
              <a:buFont typeface="+mj-lt"/>
              <a:buAutoNum type="arabicPeriod"/>
            </a:pPr>
            <a:r>
              <a:rPr lang="en-US" sz="2200" dirty="0">
                <a:solidFill>
                  <a:schemeClr val="tx1"/>
                </a:solidFill>
              </a:rPr>
              <a:t>Run ICA: Perform Independent Component Analysis to separate the EEG signal into independent sources.</a:t>
            </a:r>
          </a:p>
          <a:p>
            <a:pPr marL="457200" indent="-457200" algn="l" rtl="0">
              <a:buFont typeface="+mj-lt"/>
              <a:buAutoNum type="arabicPeriod"/>
            </a:pPr>
            <a:r>
              <a:rPr lang="en-US" sz="2200" dirty="0">
                <a:solidFill>
                  <a:schemeClr val="tx1"/>
                </a:solidFill>
              </a:rPr>
              <a:t>Reject Artifacts (ICA): Identify and remove ICA components representing eye blinks and movements.</a:t>
            </a:r>
          </a:p>
          <a:p>
            <a:pPr marL="457200" indent="-457200" algn="l" rtl="0">
              <a:buFont typeface="+mj-lt"/>
              <a:buAutoNum type="arabicPeriod"/>
            </a:pPr>
            <a:r>
              <a:rPr lang="en-US" sz="2200" dirty="0">
                <a:solidFill>
                  <a:schemeClr val="tx1"/>
                </a:solidFill>
              </a:rPr>
              <a:t>Reject Extreme Values: Delete remaining noisy epochs that exceed a voltage threshold of ±100 µV.</a:t>
            </a:r>
          </a:p>
          <a:p>
            <a:pPr marL="457200" indent="-457200" algn="l" rtl="0">
              <a:buFont typeface="+mj-lt"/>
              <a:buAutoNum type="arabicPeriod"/>
            </a:pPr>
            <a:r>
              <a:rPr lang="en-US" sz="2200" dirty="0">
                <a:solidFill>
                  <a:schemeClr val="tx1"/>
                </a:solidFill>
              </a:rPr>
              <a:t>Save &amp; Export: Save the clean dataset and export the trial-by-trial data to match with the sentence Cloze probabilities for statistical analysis.</a:t>
            </a:r>
          </a:p>
        </p:txBody>
      </p:sp>
    </p:spTree>
    <p:extLst>
      <p:ext uri="{BB962C8B-B14F-4D97-AF65-F5344CB8AC3E}">
        <p14:creationId xmlns:p14="http://schemas.microsoft.com/office/powerpoint/2010/main" val="3994242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F599A-11BE-E4DA-0119-9F4A01FD06A5}"/>
            </a:ext>
          </a:extLst>
        </p:cNvPr>
        <p:cNvGrpSpPr/>
        <p:nvPr/>
      </p:nvGrpSpPr>
      <p:grpSpPr>
        <a:xfrm>
          <a:off x="0" y="0"/>
          <a:ext cx="0" cy="0"/>
          <a:chOff x="0" y="0"/>
          <a:chExt cx="0" cy="0"/>
        </a:xfrm>
      </p:grpSpPr>
      <p:sp>
        <p:nvSpPr>
          <p:cNvPr id="4" name="מלבן 3">
            <a:extLst>
              <a:ext uri="{FF2B5EF4-FFF2-40B4-BE49-F238E27FC236}">
                <a16:creationId xmlns:a16="http://schemas.microsoft.com/office/drawing/2014/main" id="{4816AE25-CE3D-900B-675E-060601555FD2}"/>
              </a:ext>
            </a:extLst>
          </p:cNvPr>
          <p:cNvSpPr/>
          <p:nvPr/>
        </p:nvSpPr>
        <p:spPr>
          <a:xfrm>
            <a:off x="239485" y="370115"/>
            <a:ext cx="10831286" cy="609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2800" b="1" dirty="0">
                <a:solidFill>
                  <a:schemeClr val="tx1"/>
                </a:solidFill>
              </a:rPr>
              <a:t>Plot ERP (rectangular array) – focus on </a:t>
            </a:r>
            <a:r>
              <a:rPr lang="en-US" sz="2800" b="1" dirty="0" err="1">
                <a:solidFill>
                  <a:schemeClr val="tx1"/>
                </a:solidFill>
              </a:rPr>
              <a:t>Pz</a:t>
            </a:r>
            <a:r>
              <a:rPr lang="en-US" sz="2800" b="1" dirty="0">
                <a:solidFill>
                  <a:schemeClr val="tx1"/>
                </a:solidFill>
              </a:rPr>
              <a:t>, </a:t>
            </a:r>
            <a:r>
              <a:rPr lang="en-US" sz="2800" b="1" dirty="0" err="1">
                <a:solidFill>
                  <a:schemeClr val="tx1"/>
                </a:solidFill>
              </a:rPr>
              <a:t>Cz</a:t>
            </a:r>
            <a:r>
              <a:rPr lang="en-US" sz="2800" b="1" dirty="0">
                <a:solidFill>
                  <a:schemeClr val="tx1"/>
                </a:solidFill>
              </a:rPr>
              <a:t>, CP1, CP2 electrodes</a:t>
            </a:r>
          </a:p>
        </p:txBody>
      </p:sp>
      <p:pic>
        <p:nvPicPr>
          <p:cNvPr id="3" name="תמונה 2">
            <a:extLst>
              <a:ext uri="{FF2B5EF4-FFF2-40B4-BE49-F238E27FC236}">
                <a16:creationId xmlns:a16="http://schemas.microsoft.com/office/drawing/2014/main" id="{B383BFF5-8999-5F20-BC2C-26112914F2C1}"/>
              </a:ext>
            </a:extLst>
          </p:cNvPr>
          <p:cNvPicPr>
            <a:picLocks noChangeAspect="1"/>
          </p:cNvPicPr>
          <p:nvPr/>
        </p:nvPicPr>
        <p:blipFill>
          <a:blip r:embed="rId2"/>
          <a:stretch>
            <a:fillRect/>
          </a:stretch>
        </p:blipFill>
        <p:spPr>
          <a:xfrm>
            <a:off x="615668" y="1092080"/>
            <a:ext cx="10960663" cy="4673840"/>
          </a:xfrm>
          <a:prstGeom prst="rect">
            <a:avLst/>
          </a:prstGeom>
        </p:spPr>
      </p:pic>
    </p:spTree>
    <p:extLst>
      <p:ext uri="{BB962C8B-B14F-4D97-AF65-F5344CB8AC3E}">
        <p14:creationId xmlns:p14="http://schemas.microsoft.com/office/powerpoint/2010/main" val="351290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F39D2-862E-2176-74D9-40791564DFED}"/>
            </a:ext>
          </a:extLst>
        </p:cNvPr>
        <p:cNvGrpSpPr/>
        <p:nvPr/>
      </p:nvGrpSpPr>
      <p:grpSpPr>
        <a:xfrm>
          <a:off x="0" y="0"/>
          <a:ext cx="0" cy="0"/>
          <a:chOff x="0" y="0"/>
          <a:chExt cx="0" cy="0"/>
        </a:xfrm>
      </p:grpSpPr>
      <p:sp>
        <p:nvSpPr>
          <p:cNvPr id="4" name="מלבן 3">
            <a:extLst>
              <a:ext uri="{FF2B5EF4-FFF2-40B4-BE49-F238E27FC236}">
                <a16:creationId xmlns:a16="http://schemas.microsoft.com/office/drawing/2014/main" id="{FF842734-C444-A9BA-B86D-48582FEFC4BB}"/>
              </a:ext>
            </a:extLst>
          </p:cNvPr>
          <p:cNvSpPr/>
          <p:nvPr/>
        </p:nvSpPr>
        <p:spPr>
          <a:xfrm>
            <a:off x="239485" y="370115"/>
            <a:ext cx="10831286" cy="609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2800" b="1" dirty="0">
                <a:solidFill>
                  <a:schemeClr val="tx1"/>
                </a:solidFill>
              </a:rPr>
              <a:t>Plot ERP (rectangular array) – focus on </a:t>
            </a:r>
            <a:r>
              <a:rPr lang="en-US" sz="2800" b="1" dirty="0" err="1">
                <a:solidFill>
                  <a:schemeClr val="tx1"/>
                </a:solidFill>
              </a:rPr>
              <a:t>Pz</a:t>
            </a:r>
            <a:r>
              <a:rPr lang="en-US" sz="2800" b="1" dirty="0">
                <a:solidFill>
                  <a:schemeClr val="tx1"/>
                </a:solidFill>
              </a:rPr>
              <a:t>, </a:t>
            </a:r>
            <a:r>
              <a:rPr lang="en-US" sz="2800" b="1" dirty="0" err="1">
                <a:solidFill>
                  <a:schemeClr val="tx1"/>
                </a:solidFill>
              </a:rPr>
              <a:t>Cz</a:t>
            </a:r>
            <a:r>
              <a:rPr lang="en-US" sz="2800" b="1" dirty="0">
                <a:solidFill>
                  <a:schemeClr val="tx1"/>
                </a:solidFill>
              </a:rPr>
              <a:t>, CP1, CP2 electrodes</a:t>
            </a:r>
          </a:p>
        </p:txBody>
      </p:sp>
      <p:pic>
        <p:nvPicPr>
          <p:cNvPr id="3" name="תמונה 2">
            <a:extLst>
              <a:ext uri="{FF2B5EF4-FFF2-40B4-BE49-F238E27FC236}">
                <a16:creationId xmlns:a16="http://schemas.microsoft.com/office/drawing/2014/main" id="{93E1D630-99AD-2E16-D392-9BB2A3F95B3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84694" y="1277785"/>
            <a:ext cx="4857427" cy="2574524"/>
          </a:xfrm>
          <a:prstGeom prst="rect">
            <a:avLst/>
          </a:prstGeom>
        </p:spPr>
      </p:pic>
      <p:pic>
        <p:nvPicPr>
          <p:cNvPr id="7" name="תמונה 6">
            <a:extLst>
              <a:ext uri="{FF2B5EF4-FFF2-40B4-BE49-F238E27FC236}">
                <a16:creationId xmlns:a16="http://schemas.microsoft.com/office/drawing/2014/main" id="{C786FECF-295D-9959-6E8A-F9B7E939304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782932" y="1366047"/>
            <a:ext cx="4524374" cy="2398000"/>
          </a:xfrm>
          <a:prstGeom prst="rect">
            <a:avLst/>
          </a:prstGeom>
        </p:spPr>
      </p:pic>
      <p:pic>
        <p:nvPicPr>
          <p:cNvPr id="9" name="תמונה 8">
            <a:extLst>
              <a:ext uri="{FF2B5EF4-FFF2-40B4-BE49-F238E27FC236}">
                <a16:creationId xmlns:a16="http://schemas.microsoft.com/office/drawing/2014/main" id="{7F5643AE-6AF5-50F0-296A-DA7C8298249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578129" y="4478219"/>
            <a:ext cx="3515901" cy="1863491"/>
          </a:xfrm>
          <a:prstGeom prst="rect">
            <a:avLst/>
          </a:prstGeom>
        </p:spPr>
      </p:pic>
      <p:pic>
        <p:nvPicPr>
          <p:cNvPr id="11" name="תמונה 10">
            <a:extLst>
              <a:ext uri="{FF2B5EF4-FFF2-40B4-BE49-F238E27FC236}">
                <a16:creationId xmlns:a16="http://schemas.microsoft.com/office/drawing/2014/main" id="{74112238-2BF8-8B67-7A62-80EF6EF1912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7970" y="4465598"/>
            <a:ext cx="3515901" cy="1863491"/>
          </a:xfrm>
          <a:prstGeom prst="rect">
            <a:avLst/>
          </a:prstGeom>
        </p:spPr>
      </p:pic>
      <p:pic>
        <p:nvPicPr>
          <p:cNvPr id="13" name="תמונה 12">
            <a:extLst>
              <a:ext uri="{FF2B5EF4-FFF2-40B4-BE49-F238E27FC236}">
                <a16:creationId xmlns:a16="http://schemas.microsoft.com/office/drawing/2014/main" id="{C9555E3E-2B24-4323-DAE9-E8FFB82C37C5}"/>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4338049" y="4425395"/>
            <a:ext cx="3515901" cy="1863491"/>
          </a:xfrm>
          <a:prstGeom prst="rect">
            <a:avLst/>
          </a:prstGeom>
        </p:spPr>
      </p:pic>
      <p:sp>
        <p:nvSpPr>
          <p:cNvPr id="2" name="מלבן 1">
            <a:extLst>
              <a:ext uri="{FF2B5EF4-FFF2-40B4-BE49-F238E27FC236}">
                <a16:creationId xmlns:a16="http://schemas.microsoft.com/office/drawing/2014/main" id="{41B6A7E7-12F4-5F31-E1A8-A0031A90D7FC}"/>
              </a:ext>
            </a:extLst>
          </p:cNvPr>
          <p:cNvSpPr/>
          <p:nvPr/>
        </p:nvSpPr>
        <p:spPr>
          <a:xfrm rot="1630942">
            <a:off x="4428811" y="1369952"/>
            <a:ext cx="2141095" cy="3656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rtl="0"/>
            <a:r>
              <a:rPr lang="en-US" sz="2000" dirty="0">
                <a:solidFill>
                  <a:schemeClr val="tx1"/>
                </a:solidFill>
              </a:rPr>
              <a:t>After </a:t>
            </a:r>
            <a:r>
              <a:rPr lang="en-US" sz="2000" dirty="0" err="1">
                <a:solidFill>
                  <a:schemeClr val="tx1"/>
                </a:solidFill>
              </a:rPr>
              <a:t>interpulation</a:t>
            </a:r>
            <a:endParaRPr lang="en-US" sz="2000" dirty="0">
              <a:solidFill>
                <a:schemeClr val="tx1"/>
              </a:solidFill>
            </a:endParaRPr>
          </a:p>
        </p:txBody>
      </p:sp>
    </p:spTree>
    <p:extLst>
      <p:ext uri="{BB962C8B-B14F-4D97-AF65-F5344CB8AC3E}">
        <p14:creationId xmlns:p14="http://schemas.microsoft.com/office/powerpoint/2010/main" val="34450767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03F28-1FAB-0B36-C47E-76B8FFBBDA14}"/>
            </a:ext>
          </a:extLst>
        </p:cNvPr>
        <p:cNvGrpSpPr/>
        <p:nvPr/>
      </p:nvGrpSpPr>
      <p:grpSpPr>
        <a:xfrm>
          <a:off x="0" y="0"/>
          <a:ext cx="0" cy="0"/>
          <a:chOff x="0" y="0"/>
          <a:chExt cx="0" cy="0"/>
        </a:xfrm>
      </p:grpSpPr>
      <p:sp>
        <p:nvSpPr>
          <p:cNvPr id="4" name="מלבן 3">
            <a:extLst>
              <a:ext uri="{FF2B5EF4-FFF2-40B4-BE49-F238E27FC236}">
                <a16:creationId xmlns:a16="http://schemas.microsoft.com/office/drawing/2014/main" id="{3060D755-A6E7-5005-1E01-A24EC44C3EBC}"/>
              </a:ext>
            </a:extLst>
          </p:cNvPr>
          <p:cNvSpPr/>
          <p:nvPr/>
        </p:nvSpPr>
        <p:spPr>
          <a:xfrm>
            <a:off x="239485" y="370115"/>
            <a:ext cx="10831286" cy="609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2800" b="1" dirty="0">
                <a:solidFill>
                  <a:schemeClr val="tx1"/>
                </a:solidFill>
              </a:rPr>
              <a:t>Previous results</a:t>
            </a:r>
          </a:p>
        </p:txBody>
      </p:sp>
      <p:pic>
        <p:nvPicPr>
          <p:cNvPr id="3" name="תמונה 2">
            <a:extLst>
              <a:ext uri="{FF2B5EF4-FFF2-40B4-BE49-F238E27FC236}">
                <a16:creationId xmlns:a16="http://schemas.microsoft.com/office/drawing/2014/main" id="{11638469-E3AA-8AF6-4CA4-E24CE81F57F9}"/>
              </a:ext>
            </a:extLst>
          </p:cNvPr>
          <p:cNvPicPr>
            <a:picLocks noChangeAspect="1"/>
          </p:cNvPicPr>
          <p:nvPr/>
        </p:nvPicPr>
        <p:blipFill>
          <a:blip r:embed="rId2"/>
          <a:stretch>
            <a:fillRect/>
          </a:stretch>
        </p:blipFill>
        <p:spPr>
          <a:xfrm>
            <a:off x="884694" y="1264529"/>
            <a:ext cx="4857427" cy="2601036"/>
          </a:xfrm>
          <a:prstGeom prst="rect">
            <a:avLst/>
          </a:prstGeom>
        </p:spPr>
      </p:pic>
      <p:pic>
        <p:nvPicPr>
          <p:cNvPr id="7" name="תמונה 6">
            <a:extLst>
              <a:ext uri="{FF2B5EF4-FFF2-40B4-BE49-F238E27FC236}">
                <a16:creationId xmlns:a16="http://schemas.microsoft.com/office/drawing/2014/main" id="{7AEBD864-FC09-26D8-5C13-2539BC2DAE74}"/>
              </a:ext>
            </a:extLst>
          </p:cNvPr>
          <p:cNvPicPr>
            <a:picLocks noChangeAspect="1"/>
          </p:cNvPicPr>
          <p:nvPr/>
        </p:nvPicPr>
        <p:blipFill>
          <a:blip r:embed="rId3"/>
          <a:stretch>
            <a:fillRect/>
          </a:stretch>
        </p:blipFill>
        <p:spPr>
          <a:xfrm>
            <a:off x="6782932" y="1264530"/>
            <a:ext cx="4524374" cy="2601035"/>
          </a:xfrm>
          <a:prstGeom prst="rect">
            <a:avLst/>
          </a:prstGeom>
        </p:spPr>
      </p:pic>
      <p:pic>
        <p:nvPicPr>
          <p:cNvPr id="9" name="תמונה 8">
            <a:extLst>
              <a:ext uri="{FF2B5EF4-FFF2-40B4-BE49-F238E27FC236}">
                <a16:creationId xmlns:a16="http://schemas.microsoft.com/office/drawing/2014/main" id="{7371FDED-EBAC-651B-CB38-524E98988ADB}"/>
              </a:ext>
            </a:extLst>
          </p:cNvPr>
          <p:cNvPicPr>
            <a:picLocks noChangeAspect="1"/>
          </p:cNvPicPr>
          <p:nvPr/>
        </p:nvPicPr>
        <p:blipFill>
          <a:blip r:embed="rId4"/>
          <a:stretch>
            <a:fillRect/>
          </a:stretch>
        </p:blipFill>
        <p:spPr>
          <a:xfrm>
            <a:off x="8578129" y="4399330"/>
            <a:ext cx="3515901" cy="2021270"/>
          </a:xfrm>
          <a:prstGeom prst="rect">
            <a:avLst/>
          </a:prstGeom>
        </p:spPr>
      </p:pic>
      <p:pic>
        <p:nvPicPr>
          <p:cNvPr id="11" name="תמונה 10">
            <a:extLst>
              <a:ext uri="{FF2B5EF4-FFF2-40B4-BE49-F238E27FC236}">
                <a16:creationId xmlns:a16="http://schemas.microsoft.com/office/drawing/2014/main" id="{B9CDD318-9EB9-47A0-58E4-16F461AB13C9}"/>
              </a:ext>
            </a:extLst>
          </p:cNvPr>
          <p:cNvPicPr>
            <a:picLocks noChangeAspect="1"/>
          </p:cNvPicPr>
          <p:nvPr/>
        </p:nvPicPr>
        <p:blipFill>
          <a:blip r:embed="rId5"/>
          <a:stretch>
            <a:fillRect/>
          </a:stretch>
        </p:blipFill>
        <p:spPr>
          <a:xfrm>
            <a:off x="97970" y="4386709"/>
            <a:ext cx="3515901" cy="2021270"/>
          </a:xfrm>
          <a:prstGeom prst="rect">
            <a:avLst/>
          </a:prstGeom>
        </p:spPr>
      </p:pic>
      <p:pic>
        <p:nvPicPr>
          <p:cNvPr id="13" name="תמונה 12">
            <a:extLst>
              <a:ext uri="{FF2B5EF4-FFF2-40B4-BE49-F238E27FC236}">
                <a16:creationId xmlns:a16="http://schemas.microsoft.com/office/drawing/2014/main" id="{57DC6158-4788-3C4B-58E3-4E6A61AF9968}"/>
              </a:ext>
            </a:extLst>
          </p:cNvPr>
          <p:cNvPicPr>
            <a:picLocks noChangeAspect="1"/>
          </p:cNvPicPr>
          <p:nvPr/>
        </p:nvPicPr>
        <p:blipFill>
          <a:blip r:embed="rId6"/>
          <a:stretch>
            <a:fillRect/>
          </a:stretch>
        </p:blipFill>
        <p:spPr>
          <a:xfrm>
            <a:off x="4338049" y="4346506"/>
            <a:ext cx="3515901" cy="2021270"/>
          </a:xfrm>
          <a:prstGeom prst="rect">
            <a:avLst/>
          </a:prstGeom>
        </p:spPr>
      </p:pic>
      <p:sp>
        <p:nvSpPr>
          <p:cNvPr id="14" name="מלבן 13">
            <a:extLst>
              <a:ext uri="{FF2B5EF4-FFF2-40B4-BE49-F238E27FC236}">
                <a16:creationId xmlns:a16="http://schemas.microsoft.com/office/drawing/2014/main" id="{B8F11C33-246E-F7DE-A0B9-048354BBD228}"/>
              </a:ext>
            </a:extLst>
          </p:cNvPr>
          <p:cNvSpPr/>
          <p:nvPr/>
        </p:nvSpPr>
        <p:spPr>
          <a:xfrm rot="1630942">
            <a:off x="2976447" y="1656487"/>
            <a:ext cx="3284222" cy="3952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rtl="0"/>
            <a:r>
              <a:rPr lang="en-US" sz="2000" dirty="0">
                <a:solidFill>
                  <a:schemeClr val="tx1"/>
                </a:solidFill>
              </a:rPr>
              <a:t>Should Interpolate electrode</a:t>
            </a:r>
            <a:r>
              <a:rPr lang="he-IL" sz="2000" dirty="0">
                <a:solidFill>
                  <a:schemeClr val="tx1"/>
                </a:solidFill>
              </a:rPr>
              <a:t>?</a:t>
            </a:r>
            <a:endParaRPr lang="en-US" sz="2000" dirty="0">
              <a:solidFill>
                <a:schemeClr val="tx1"/>
              </a:solidFill>
            </a:endParaRPr>
          </a:p>
        </p:txBody>
      </p:sp>
    </p:spTree>
    <p:extLst>
      <p:ext uri="{BB962C8B-B14F-4D97-AF65-F5344CB8AC3E}">
        <p14:creationId xmlns:p14="http://schemas.microsoft.com/office/powerpoint/2010/main" val="4077643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FCBA3-4E67-F40E-B819-918BF4EF8BD8}"/>
            </a:ext>
          </a:extLst>
        </p:cNvPr>
        <p:cNvGrpSpPr/>
        <p:nvPr/>
      </p:nvGrpSpPr>
      <p:grpSpPr>
        <a:xfrm>
          <a:off x="0" y="0"/>
          <a:ext cx="0" cy="0"/>
          <a:chOff x="0" y="0"/>
          <a:chExt cx="0" cy="0"/>
        </a:xfrm>
      </p:grpSpPr>
      <p:sp>
        <p:nvSpPr>
          <p:cNvPr id="4" name="מלבן 3">
            <a:extLst>
              <a:ext uri="{FF2B5EF4-FFF2-40B4-BE49-F238E27FC236}">
                <a16:creationId xmlns:a16="http://schemas.microsoft.com/office/drawing/2014/main" id="{1B9E0795-FBF2-B84C-1C34-A0F32C463236}"/>
              </a:ext>
            </a:extLst>
          </p:cNvPr>
          <p:cNvSpPr/>
          <p:nvPr/>
        </p:nvSpPr>
        <p:spPr>
          <a:xfrm>
            <a:off x="2157261" y="1066801"/>
            <a:ext cx="1698172" cy="609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KENT002</a:t>
            </a:r>
          </a:p>
        </p:txBody>
      </p:sp>
      <p:pic>
        <p:nvPicPr>
          <p:cNvPr id="5" name="תמונה 4">
            <a:extLst>
              <a:ext uri="{FF2B5EF4-FFF2-40B4-BE49-F238E27FC236}">
                <a16:creationId xmlns:a16="http://schemas.microsoft.com/office/drawing/2014/main" id="{2EBDD9BF-C0C0-11AA-02CD-209E6973A1CC}"/>
              </a:ext>
            </a:extLst>
          </p:cNvPr>
          <p:cNvPicPr>
            <a:picLocks noChangeAspect="1"/>
          </p:cNvPicPr>
          <p:nvPr/>
        </p:nvPicPr>
        <p:blipFill>
          <a:blip r:embed="rId2"/>
          <a:stretch>
            <a:fillRect/>
          </a:stretch>
        </p:blipFill>
        <p:spPr>
          <a:xfrm>
            <a:off x="359228" y="1883636"/>
            <a:ext cx="5736772" cy="3508203"/>
          </a:xfrm>
          <a:prstGeom prst="rect">
            <a:avLst/>
          </a:prstGeom>
        </p:spPr>
      </p:pic>
      <p:sp>
        <p:nvSpPr>
          <p:cNvPr id="6" name="מלבן 5">
            <a:extLst>
              <a:ext uri="{FF2B5EF4-FFF2-40B4-BE49-F238E27FC236}">
                <a16:creationId xmlns:a16="http://schemas.microsoft.com/office/drawing/2014/main" id="{F319C1D1-8D1E-C2E1-616C-4E7EF7B24A64}"/>
              </a:ext>
            </a:extLst>
          </p:cNvPr>
          <p:cNvSpPr/>
          <p:nvPr/>
        </p:nvSpPr>
        <p:spPr>
          <a:xfrm>
            <a:off x="8336568" y="1066801"/>
            <a:ext cx="1698172" cy="609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KENT003</a:t>
            </a:r>
          </a:p>
        </p:txBody>
      </p:sp>
      <p:pic>
        <p:nvPicPr>
          <p:cNvPr id="3" name="תמונה 2">
            <a:extLst>
              <a:ext uri="{FF2B5EF4-FFF2-40B4-BE49-F238E27FC236}">
                <a16:creationId xmlns:a16="http://schemas.microsoft.com/office/drawing/2014/main" id="{66E7A6D9-6051-3861-CD22-17E35F98BE17}"/>
              </a:ext>
            </a:extLst>
          </p:cNvPr>
          <p:cNvPicPr>
            <a:picLocks noChangeAspect="1"/>
          </p:cNvPicPr>
          <p:nvPr/>
        </p:nvPicPr>
        <p:blipFill>
          <a:blip r:embed="rId3"/>
          <a:stretch>
            <a:fillRect/>
          </a:stretch>
        </p:blipFill>
        <p:spPr>
          <a:xfrm>
            <a:off x="6317269" y="1883636"/>
            <a:ext cx="5736771" cy="3572677"/>
          </a:xfrm>
          <a:prstGeom prst="rect">
            <a:avLst/>
          </a:prstGeom>
        </p:spPr>
      </p:pic>
    </p:spTree>
    <p:extLst>
      <p:ext uri="{BB962C8B-B14F-4D97-AF65-F5344CB8AC3E}">
        <p14:creationId xmlns:p14="http://schemas.microsoft.com/office/powerpoint/2010/main" val="3597566265"/>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289</TotalTime>
  <Words>341</Words>
  <Application>Microsoft Office PowerPoint</Application>
  <PresentationFormat>מסך רחב</PresentationFormat>
  <Paragraphs>23</Paragraphs>
  <Slides>6</Slides>
  <Notes>0</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6</vt:i4>
      </vt:variant>
    </vt:vector>
  </HeadingPairs>
  <TitlesOfParts>
    <vt:vector size="10" baseType="lpstr">
      <vt:lpstr>Arial</vt:lpstr>
      <vt:lpstr>Calibri</vt:lpstr>
      <vt:lpstr>Calibri Light</vt:lpstr>
      <vt:lpstr>ערכת נושא Office</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Carol Wechsler</dc:creator>
  <cp:lastModifiedBy>Carol Wechsler</cp:lastModifiedBy>
  <cp:revision>7</cp:revision>
  <dcterms:created xsi:type="dcterms:W3CDTF">2026-05-02T15:27:47Z</dcterms:created>
  <dcterms:modified xsi:type="dcterms:W3CDTF">2026-05-14T08:30:25Z</dcterms:modified>
</cp:coreProperties>
</file>