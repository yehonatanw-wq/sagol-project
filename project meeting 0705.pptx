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AC8B58-4C69-10D1-8E8D-47E7F3098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D4C426C-CAF4-2F72-FC78-567A042A5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0AE4CE-BA85-6DDF-CC52-CEE0E913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77F3B8-E0CA-CB7E-1BFD-7DB56C9EB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3101C9-CD86-8718-796E-31C6A9BF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434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5F40DC-500E-B9BF-3026-23ACD7B8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188EFD7-F265-D6FA-F105-8325AEA6C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9180F2-C0B9-A686-BC55-F92408C3F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0416CA-2D42-6983-143F-95A0FB07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304FC29-D8AD-60C6-914B-2B2BABBE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142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E8F79B-5E7B-4BF0-F57D-C9E1227F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8E7D63D-4838-C4F3-07F0-A5B42CC70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41AEBA3-DB87-295C-94FC-1BD0DFF9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68314F7-4548-8898-7FA9-E56130A4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AD2F088-77A2-0662-5B8B-00AC8FD2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22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CDB17E-35F2-7187-B41B-E29CDD9A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57B4470-0988-F69E-BDF4-0D9267207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7AF4AA4-95AE-C38B-2817-AD9E31938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F0A0168-D11F-E687-F862-69A73C90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D2DAF5B-75F6-212D-2EB8-D2EE3EB1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8115C2A-C389-9263-D122-B71A474C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330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806740-B5AC-7B02-FADE-30D9FB83D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845E627-8583-F3B1-219F-3C3BD0991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B6E0F62-A47B-04B2-B5B7-D78B1764B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34D7357-BBD7-10CF-F135-3A4D8CCC0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00B82CB-5B3D-3DF8-7DFC-72BBE48A3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1C2610F-0ADE-04A8-A2EC-B402A817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8215B50-00F7-E67E-47C4-F40E39E4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6E7E6AF-B3B7-6315-F41F-1B202D31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859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4B7594-A8BB-2AC1-92DD-9196D282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2DF980C-71EA-313C-6DFC-BD309F5A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D56D49D-FCD0-9B4D-2622-6F3052CC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531485C-D446-0CFA-C45A-AD85A84A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003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E452F71-BB54-C0A7-3AB8-CC6A0A0B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30BCC76-5876-94D1-E2F1-18C69D4D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8A2CA72-C787-59C8-465D-DEAC18C4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153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0FE052-6784-63B9-F633-1853DE7C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F2688F6-AA65-35E0-9D2C-914BC5E6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FDEE64B-9707-C495-52A8-C95EE3585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BA745F0-DCE3-FFDD-98AF-2ABE0895C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FC57F56-F457-35D1-0D73-CF9AA319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3100698-3A1B-2D8F-B12D-3C91286C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735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3CFCAD-144D-1866-C03F-F77BF36C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B999C9D-3D6F-BAB1-140E-EFBD78494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9570DB8-C3AF-5DF6-50E3-7EEF454A4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B1195B6-9263-E752-2E96-C606AACC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F7354C4-038A-F672-4175-B04E1BE3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5468FDD-088D-3CC1-5CAB-117251C7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088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EB04B3-0364-133E-E2B5-6A6558F9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808CB1F-5786-5A9B-11CC-080D09CFC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4EF8BE1-8F9D-F474-20A4-DA4253A4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3E18AC0-1586-CFEE-03AC-9C5DE3B5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BBAF32-BBB0-9CFF-BC9B-2263B6B6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8388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33597FD-19D0-E38F-5E78-0973F6CDE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0EC1305-C818-37B8-F532-3E37BA279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062529-7045-5226-BD15-C625A663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C04C275-0FA8-233C-7282-F298E3EE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430DB2E-0E02-3896-0EE4-38F78320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01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486139F-3B8A-14F5-BDCA-16EDE87E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E569317-30B5-FA26-2C62-BB99F88C2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C6A6464-EA24-658F-72C9-782F5DFEB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ADEAF-DADC-4781-997F-805A7322EED8}" type="datetimeFigureOut">
              <a:rPr lang="en-IL" smtClean="0"/>
              <a:t>02/05/2026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0FFFAFD-222D-579E-E11D-A6D803CF7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7201A92-DBB1-4F68-2346-D08C28386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0D2DF-356D-4966-B1A1-01AF1858F5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148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4FAF9D61-98B2-8F32-2F3E-5D6F3A813A48}"/>
              </a:ext>
            </a:extLst>
          </p:cNvPr>
          <p:cNvSpPr/>
          <p:nvPr/>
        </p:nvSpPr>
        <p:spPr>
          <a:xfrm>
            <a:off x="239485" y="370115"/>
            <a:ext cx="6955971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Preprocessing steps done:</a:t>
            </a:r>
            <a:endParaRPr lang="en-IL" sz="2800" b="1" dirty="0">
              <a:solidFill>
                <a:schemeClr val="tx1"/>
              </a:solidFill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C25E451B-1642-8649-AD46-C772CB97AB9B}"/>
              </a:ext>
            </a:extLst>
          </p:cNvPr>
          <p:cNvSpPr/>
          <p:nvPr/>
        </p:nvSpPr>
        <p:spPr>
          <a:xfrm>
            <a:off x="239484" y="1077687"/>
            <a:ext cx="11321145" cy="4767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Single file check: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Upload file kent0001.vhdr to EEGLAB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Verb </a:t>
            </a:r>
            <a:r>
              <a:rPr lang="en-US" sz="2400" dirty="0" err="1">
                <a:solidFill>
                  <a:schemeClr val="tx1"/>
                </a:solidFill>
              </a:rPr>
              <a:t>epoching</a:t>
            </a:r>
            <a:r>
              <a:rPr lang="en-US" sz="2400" dirty="0">
                <a:solidFill>
                  <a:schemeClr val="tx1"/>
                </a:solidFill>
              </a:rPr>
              <a:t> for expected nouns sentences (S205) – [-1 0.5] sec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Baseline correction [-1 -0.5] sec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Sanity check - Channel data (scroll)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Data cleansing – removing blinks using ICA maps</a:t>
            </a:r>
          </a:p>
          <a:p>
            <a:pPr marL="914400" lvl="1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Rejecting extreme values [-100 100] </a:t>
            </a:r>
            <a:r>
              <a:rPr lang="en-US" sz="2400" dirty="0" err="1">
                <a:solidFill>
                  <a:schemeClr val="tx1"/>
                </a:solidFill>
              </a:rPr>
              <a:t>uV</a:t>
            </a:r>
            <a:endParaRPr lang="en-US" sz="2400" dirty="0">
              <a:solidFill>
                <a:schemeClr val="tx1"/>
              </a:solidFill>
            </a:endParaRPr>
          </a:p>
          <a:p>
            <a:pPr marL="914400" lvl="1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Plot ERP (rectangular array) – focus on </a:t>
            </a:r>
            <a:r>
              <a:rPr lang="en-US" sz="2400" dirty="0" err="1">
                <a:solidFill>
                  <a:schemeClr val="tx1"/>
                </a:solidFill>
              </a:rPr>
              <a:t>Pz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Cz</a:t>
            </a:r>
            <a:r>
              <a:rPr lang="en-US" sz="2400" dirty="0">
                <a:solidFill>
                  <a:schemeClr val="tx1"/>
                </a:solidFill>
              </a:rPr>
              <a:t>, CP1, CP2 electrodes</a:t>
            </a:r>
            <a:endParaRPr lang="en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1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9BB8650A-B7FC-C5DF-E5A7-A8C3CA80F402}"/>
              </a:ext>
            </a:extLst>
          </p:cNvPr>
          <p:cNvSpPr/>
          <p:nvPr/>
        </p:nvSpPr>
        <p:spPr>
          <a:xfrm>
            <a:off x="239485" y="370115"/>
            <a:ext cx="6955971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Sanity check - Channel data (scroll)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D20A1B8-228E-9EB0-00E1-8259E163B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71" y="1109163"/>
            <a:ext cx="10395857" cy="502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42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9E5A-4FC4-FA8E-8978-5C28B396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93E720A1-00F4-8F41-015A-AB9EB88DC53D}"/>
              </a:ext>
            </a:extLst>
          </p:cNvPr>
          <p:cNvSpPr/>
          <p:nvPr/>
        </p:nvSpPr>
        <p:spPr>
          <a:xfrm>
            <a:off x="239485" y="370115"/>
            <a:ext cx="7707086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Data cleansing – removing blinks using ICA maps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429BB43A-375F-DE75-14D4-FE5CFF416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" y="1202687"/>
            <a:ext cx="5698966" cy="462117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EF63854E-B67E-9B11-C453-696E499FD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551" y="1202687"/>
            <a:ext cx="5644395" cy="462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1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599A-11BE-E4DA-0119-9F4A01FD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4816AE25-CE3D-900B-675E-060601555FD2}"/>
              </a:ext>
            </a:extLst>
          </p:cNvPr>
          <p:cNvSpPr/>
          <p:nvPr/>
        </p:nvSpPr>
        <p:spPr>
          <a:xfrm>
            <a:off x="239485" y="370115"/>
            <a:ext cx="10831286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Plot ERP (rectangular array) – focus on </a:t>
            </a:r>
            <a:r>
              <a:rPr lang="en-US" sz="2800" b="1" dirty="0" err="1">
                <a:solidFill>
                  <a:schemeClr val="tx1"/>
                </a:solidFill>
              </a:rPr>
              <a:t>Pz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Cz</a:t>
            </a:r>
            <a:r>
              <a:rPr lang="en-US" sz="2800" b="1" dirty="0">
                <a:solidFill>
                  <a:schemeClr val="tx1"/>
                </a:solidFill>
              </a:rPr>
              <a:t>, CP1, CP2 electrodes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6B66A1E-0E8C-CD51-89F9-E1C55968B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65" y="1284392"/>
            <a:ext cx="10090669" cy="472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0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F39D2-862E-2176-74D9-40791564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FF842734-C444-A9BA-B86D-48582FEFC4BB}"/>
              </a:ext>
            </a:extLst>
          </p:cNvPr>
          <p:cNvSpPr/>
          <p:nvPr/>
        </p:nvSpPr>
        <p:spPr>
          <a:xfrm>
            <a:off x="239485" y="370115"/>
            <a:ext cx="10831286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Plot ERP (rectangular array) – focus on </a:t>
            </a:r>
            <a:r>
              <a:rPr lang="en-US" sz="2800" b="1" dirty="0" err="1">
                <a:solidFill>
                  <a:schemeClr val="tx1"/>
                </a:solidFill>
              </a:rPr>
              <a:t>Pz</a:t>
            </a:r>
            <a:r>
              <a:rPr lang="en-US" sz="2800" b="1" dirty="0">
                <a:solidFill>
                  <a:schemeClr val="tx1"/>
                </a:solidFill>
              </a:rPr>
              <a:t>, </a:t>
            </a:r>
            <a:r>
              <a:rPr lang="en-US" sz="2800" b="1" dirty="0" err="1">
                <a:solidFill>
                  <a:schemeClr val="tx1"/>
                </a:solidFill>
              </a:rPr>
              <a:t>Cz</a:t>
            </a:r>
            <a:r>
              <a:rPr lang="en-US" sz="2800" b="1" dirty="0">
                <a:solidFill>
                  <a:schemeClr val="tx1"/>
                </a:solidFill>
              </a:rPr>
              <a:t>, CP1, CP2 electrodes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93E1D630-99AD-2E16-D392-9BB2A3F95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94" y="1264529"/>
            <a:ext cx="4857427" cy="260103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786FECF-295D-9959-6E8A-F9B7E9393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932" y="1264530"/>
            <a:ext cx="4524374" cy="260103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7F5643AE-6AF5-50F0-296A-DA7C82982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129" y="4399330"/>
            <a:ext cx="3515901" cy="2021270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4112238-2BF8-8B67-7A62-80EF6EF19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0" y="4386709"/>
            <a:ext cx="3515901" cy="2021270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C9555E3E-2B24-4323-DAE9-E8FFB82C3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049" y="4346506"/>
            <a:ext cx="3515901" cy="2021270"/>
          </a:xfrm>
          <a:prstGeom prst="rect">
            <a:avLst/>
          </a:prstGeom>
        </p:spPr>
      </p:pic>
      <p:sp>
        <p:nvSpPr>
          <p:cNvPr id="14" name="מלבן 13">
            <a:extLst>
              <a:ext uri="{FF2B5EF4-FFF2-40B4-BE49-F238E27FC236}">
                <a16:creationId xmlns:a16="http://schemas.microsoft.com/office/drawing/2014/main" id="{93F3A5C8-0C88-81B4-46AB-CAEC885C33E6}"/>
              </a:ext>
            </a:extLst>
          </p:cNvPr>
          <p:cNvSpPr/>
          <p:nvPr/>
        </p:nvSpPr>
        <p:spPr>
          <a:xfrm rot="1630942">
            <a:off x="2976447" y="1656487"/>
            <a:ext cx="3284222" cy="3952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r>
              <a:rPr lang="en-US" sz="2000" dirty="0">
                <a:solidFill>
                  <a:schemeClr val="tx1"/>
                </a:solidFill>
              </a:rPr>
              <a:t>Should Interpolate electrode</a:t>
            </a:r>
            <a:r>
              <a:rPr lang="he-IL" sz="2000" dirty="0">
                <a:solidFill>
                  <a:schemeClr val="tx1"/>
                </a:solidFill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07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6F5C5626-7B61-EAB4-FDD9-71F5F3A07B5F}"/>
              </a:ext>
            </a:extLst>
          </p:cNvPr>
          <p:cNvSpPr/>
          <p:nvPr/>
        </p:nvSpPr>
        <p:spPr>
          <a:xfrm>
            <a:off x="239485" y="370115"/>
            <a:ext cx="6955971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800" b="1" dirty="0">
                <a:solidFill>
                  <a:schemeClr val="tx1"/>
                </a:solidFill>
              </a:rPr>
              <a:t>Next steps:</a:t>
            </a:r>
            <a:endParaRPr lang="en-IL" sz="2800" b="1" dirty="0">
              <a:solidFill>
                <a:schemeClr val="tx1"/>
              </a:solidFill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1BC73B7-3100-32CA-AB07-D593A166F648}"/>
              </a:ext>
            </a:extLst>
          </p:cNvPr>
          <p:cNvSpPr/>
          <p:nvPr/>
        </p:nvSpPr>
        <p:spPr>
          <a:xfrm>
            <a:off x="239484" y="1077687"/>
            <a:ext cx="11321145" cy="4767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Run process on all data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Statistical analysis</a:t>
            </a:r>
            <a:endParaRPr lang="en-IL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7780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143</Words>
  <Application>Microsoft Office PowerPoint</Application>
  <PresentationFormat>מסך רחב</PresentationFormat>
  <Paragraphs>17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 Wechsler</dc:creator>
  <cp:lastModifiedBy>Carol Wechsler</cp:lastModifiedBy>
  <cp:revision>3</cp:revision>
  <dcterms:created xsi:type="dcterms:W3CDTF">2026-05-02T15:27:47Z</dcterms:created>
  <dcterms:modified xsi:type="dcterms:W3CDTF">2026-05-02T16:01:34Z</dcterms:modified>
</cp:coreProperties>
</file>